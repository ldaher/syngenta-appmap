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4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8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519261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297043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1722992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6978299"/>
              </p:ext>
            </p:extLst>
          </p:nvPr>
        </p:nvGraphicFramePr>
        <p:xfrm>
          <a:off x="10583183" y="3674771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3183" y="3674771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2903401"/>
              </p:ext>
            </p:extLst>
          </p:nvPr>
        </p:nvGraphicFramePr>
        <p:xfrm>
          <a:off x="1569299" y="396466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69299" y="396466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67259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194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3570</TotalTime>
  <Words>2960</Words>
  <Application>Microsoft Office PowerPoint</Application>
  <PresentationFormat>Widescreen</PresentationFormat>
  <Paragraphs>1495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296</cp:revision>
  <dcterms:created xsi:type="dcterms:W3CDTF">2016-08-24T14:53:31Z</dcterms:created>
  <dcterms:modified xsi:type="dcterms:W3CDTF">2016-11-09T18:14:20Z</dcterms:modified>
</cp:coreProperties>
</file>