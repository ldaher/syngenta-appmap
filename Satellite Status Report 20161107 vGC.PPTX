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878" autoAdjust="0"/>
    <p:restoredTop sz="94434" autoAdjust="0"/>
  </p:normalViewPr>
  <p:slideViewPr>
    <p:cSldViewPr snapToGrid="0">
      <p:cViewPr varScale="1">
        <p:scale>
          <a:sx n="47" d="100"/>
          <a:sy n="47" d="100"/>
        </p:scale>
        <p:origin x="65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11/10/2016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65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Test%20Enviroment%20Plan%20V3_light_version.xlsx#'Syngenta Environment'!A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9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8.png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Test%20Enviroment%20Plan%20V3_light_version.xlsx#'Syngenta Environment'!A21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8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18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Test%20Enviroment%20Plan%20V3_light_version.xlsx#'Syngenta Environment'!A10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4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Test%20Enviroment%20Plan%20V3_light_version.xlsx#'Syngenta Environment'!A7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1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3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8215463" y="381696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3" y="389252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408237" y="3041600"/>
            <a:ext cx="1701848" cy="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69742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41346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16200000" flipH="1">
            <a:off x="4572847" y="2745579"/>
            <a:ext cx="1109982" cy="12879"/>
          </a:xfrm>
          <a:prstGeom prst="bentConnector3">
            <a:avLst>
              <a:gd name="adj1" fmla="val 59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81575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22" name="Elbow Connector 121"/>
          <p:cNvCxnSpPr>
            <a:stCxn id="8" idx="2"/>
            <a:endCxn id="39" idx="1"/>
          </p:cNvCxnSpPr>
          <p:nvPr/>
        </p:nvCxnSpPr>
        <p:spPr bwMode="auto">
          <a:xfrm rot="16200000" flipH="1">
            <a:off x="6946654" y="2839826"/>
            <a:ext cx="1461975" cy="107564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050837" y="3228365"/>
            <a:ext cx="1170307" cy="689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3"/>
          </p:cNvCxnSpPr>
          <p:nvPr/>
        </p:nvCxnSpPr>
        <p:spPr bwMode="auto">
          <a:xfrm rot="5400000">
            <a:off x="8519449" y="2734643"/>
            <a:ext cx="1917958" cy="83002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0480" y="453125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13911" y="4210713"/>
            <a:ext cx="640913" cy="1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540502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0797753" y="4937267"/>
            <a:ext cx="929166" cy="6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Elbow Connector 47"/>
          <p:cNvCxnSpPr>
            <a:stCxn id="145" idx="1"/>
            <a:endCxn id="39" idx="2"/>
          </p:cNvCxnSpPr>
          <p:nvPr/>
        </p:nvCxnSpPr>
        <p:spPr bwMode="auto">
          <a:xfrm rot="10800000">
            <a:off x="8639439" y="4400303"/>
            <a:ext cx="2202098" cy="129639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72419" y="448157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454415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13" name="Picture 12">
            <a:hlinkClick r:id="rId2" action="ppaction://hlinkfile" tooltip="RFC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7171" y="2555336"/>
            <a:ext cx="427958" cy="42795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875" y="3978820"/>
            <a:ext cx="425118" cy="530663"/>
          </a:xfrm>
          <a:prstGeom prst="rect">
            <a:avLst/>
          </a:prstGeom>
        </p:spPr>
      </p:pic>
      <p:pic>
        <p:nvPicPr>
          <p:cNvPr id="59" name="Picture 5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672" y="3073472"/>
            <a:ext cx="425118" cy="530663"/>
          </a:xfrm>
          <a:prstGeom prst="rect">
            <a:avLst/>
          </a:prstGeom>
        </p:spPr>
      </p:pic>
      <p:pic>
        <p:nvPicPr>
          <p:cNvPr id="60" name="Picture 5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1393" y="2808140"/>
            <a:ext cx="425118" cy="530663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2435" y="4752096"/>
            <a:ext cx="425118" cy="530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686104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681491" y="31984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1479014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cxnSp>
        <p:nvCxnSpPr>
          <p:cNvPr id="114" name="Elbow Connector 113"/>
          <p:cNvCxnSpPr>
            <a:stCxn id="89" idx="2"/>
          </p:cNvCxnSpPr>
          <p:nvPr/>
        </p:nvCxnSpPr>
        <p:spPr bwMode="auto">
          <a:xfrm rot="16200000" flipH="1">
            <a:off x="1907527" y="2979748"/>
            <a:ext cx="414201" cy="20183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endParaRPr lang="pt-BR" sz="1200" dirty="0" smtClean="0"/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3" name="Object 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96670865"/>
              </p:ext>
            </p:extLst>
          </p:nvPr>
        </p:nvGraphicFramePr>
        <p:xfrm>
          <a:off x="4460124" y="3282157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05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460124" y="3282157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90552014"/>
              </p:ext>
            </p:extLst>
          </p:nvPr>
        </p:nvGraphicFramePr>
        <p:xfrm>
          <a:off x="8847636" y="383120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06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847636" y="383120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66896911"/>
              </p:ext>
            </p:extLst>
          </p:nvPr>
        </p:nvGraphicFramePr>
        <p:xfrm>
          <a:off x="10587252" y="3713218"/>
          <a:ext cx="863125" cy="6212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07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587252" y="3713218"/>
                        <a:ext cx="863125" cy="6212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6" name="Straight Arrow Connector 65"/>
          <p:cNvCxnSpPr>
            <a:endCxn id="90" idx="1"/>
          </p:cNvCxnSpPr>
          <p:nvPr/>
        </p:nvCxnSpPr>
        <p:spPr bwMode="auto">
          <a:xfrm>
            <a:off x="3534055" y="2150504"/>
            <a:ext cx="1176247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endCxn id="89" idx="0"/>
          </p:cNvCxnSpPr>
          <p:nvPr/>
        </p:nvCxnSpPr>
        <p:spPr bwMode="auto">
          <a:xfrm>
            <a:off x="684282" y="2459076"/>
            <a:ext cx="421185" cy="73939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96448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347133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329768" y="206045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14004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1867" y="29607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4588" y="296077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3347309" y="29607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2539" y="3252440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030" y="298092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>
            <a:off x="4195260" y="3252441"/>
            <a:ext cx="517770" cy="201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935531" y="3763008"/>
            <a:ext cx="400222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339108" y="2514035"/>
            <a:ext cx="890743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5400000">
            <a:off x="2079465" y="2269128"/>
            <a:ext cx="890744" cy="49254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/>
          <p:nvPr/>
        </p:nvCxnSpPr>
        <p:spPr bwMode="auto">
          <a:xfrm rot="16200000" flipH="1">
            <a:off x="2312358" y="2085181"/>
            <a:ext cx="900314" cy="2017541"/>
          </a:xfrm>
          <a:prstGeom prst="bentConnector3">
            <a:avLst>
              <a:gd name="adj1" fmla="val 13744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680193" y="2524113"/>
            <a:ext cx="910898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274365" y="243805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4256150"/>
            <a:ext cx="2472984" cy="49717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76" name="Object 75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78661473"/>
              </p:ext>
            </p:extLst>
          </p:nvPr>
        </p:nvGraphicFramePr>
        <p:xfrm>
          <a:off x="1526517" y="3964483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24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26517" y="3964483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" name="Object 8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53047087"/>
              </p:ext>
            </p:extLst>
          </p:nvPr>
        </p:nvGraphicFramePr>
        <p:xfrm>
          <a:off x="8268401" y="407861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25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68401" y="407861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2117" y="3553406"/>
            <a:ext cx="451672" cy="451672"/>
          </a:xfrm>
          <a:prstGeom prst="rect">
            <a:avLst/>
          </a:prstGeom>
        </p:spPr>
      </p:pic>
      <p:pic>
        <p:nvPicPr>
          <p:cNvPr id="78" name="Picture 77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2832" y="3101734"/>
            <a:ext cx="451672" cy="451672"/>
          </a:xfrm>
          <a:prstGeom prst="rect">
            <a:avLst/>
          </a:prstGeom>
        </p:spPr>
      </p:pic>
      <p:pic>
        <p:nvPicPr>
          <p:cNvPr id="84" name="Picture 83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7553" y="3412182"/>
            <a:ext cx="451672" cy="451672"/>
          </a:xfrm>
          <a:prstGeom prst="rect">
            <a:avLst/>
          </a:prstGeom>
        </p:spPr>
      </p:pic>
      <p:cxnSp>
        <p:nvCxnSpPr>
          <p:cNvPr id="86" name="Straight Arrow Connector 85"/>
          <p:cNvCxnSpPr>
            <a:endCxn id="90" idx="1"/>
          </p:cNvCxnSpPr>
          <p:nvPr/>
        </p:nvCxnSpPr>
        <p:spPr bwMode="auto">
          <a:xfrm>
            <a:off x="3191257" y="1778360"/>
            <a:ext cx="15190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endCxn id="89" idx="0"/>
          </p:cNvCxnSpPr>
          <p:nvPr/>
        </p:nvCxnSpPr>
        <p:spPr bwMode="auto">
          <a:xfrm>
            <a:off x="1216898" y="1760646"/>
            <a:ext cx="536846" cy="29981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09818" y="3252439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9345" y="3941989"/>
            <a:ext cx="435394" cy="435394"/>
          </a:xfrm>
          <a:prstGeom prst="rect">
            <a:avLst/>
          </a:prstGeom>
        </p:spPr>
      </p:pic>
      <p:pic>
        <p:nvPicPr>
          <p:cNvPr id="58" name="Picture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741" y="3630645"/>
            <a:ext cx="435394" cy="4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71389" y="704008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310471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617365" y="25946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897629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779430" y="2439916"/>
            <a:ext cx="251036" cy="172721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0221" y="254362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5037" y="153906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92720" y="15369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51740" y="153690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5369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332988" y="1828573"/>
            <a:ext cx="659732" cy="21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 flipV="1">
            <a:off x="8840671" y="1828572"/>
            <a:ext cx="61106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99691" y="1828571"/>
            <a:ext cx="535496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16200000" flipH="1">
            <a:off x="10604044" y="2775356"/>
            <a:ext cx="1326310" cy="160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16200000" flipH="1">
            <a:off x="9221444" y="2774511"/>
            <a:ext cx="1324623" cy="160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51260" y="34465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>
            <a:off x="10315769" y="3736530"/>
            <a:ext cx="535491" cy="168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72" name="Straight Arrow Connector 71"/>
          <p:cNvCxnSpPr/>
          <p:nvPr/>
        </p:nvCxnSpPr>
        <p:spPr bwMode="auto">
          <a:xfrm>
            <a:off x="1207090" y="1778360"/>
            <a:ext cx="644770" cy="86745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endCxn id="90" idx="1"/>
          </p:cNvCxnSpPr>
          <p:nvPr/>
        </p:nvCxnSpPr>
        <p:spPr bwMode="auto">
          <a:xfrm>
            <a:off x="3952670" y="1776047"/>
            <a:ext cx="757632" cy="23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78602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550226" y="24337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57893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855886" y="2135372"/>
            <a:ext cx="30986" cy="1794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21007" y="14254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79904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90405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25035" y="142458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168958" y="1716252"/>
            <a:ext cx="710946" cy="81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727855" y="1716252"/>
            <a:ext cx="66255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38356" y="1716251"/>
            <a:ext cx="48667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485616" y="2654465"/>
            <a:ext cx="1309943" cy="168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446551" y="3103416"/>
            <a:ext cx="896024" cy="23651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694710" y="2584492"/>
            <a:ext cx="882562" cy="12609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8966259" y="2808101"/>
            <a:ext cx="1648304" cy="479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2465" y="36562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52330" y="366968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 flipV="1">
            <a:off x="7200281" y="3947891"/>
            <a:ext cx="2142184" cy="134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90416" y="3609529"/>
            <a:ext cx="517771" cy="3383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8118918" y="2910408"/>
            <a:ext cx="1252319" cy="393754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494780" y="2534546"/>
            <a:ext cx="501285" cy="393823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983116" y="4022882"/>
            <a:ext cx="514747" cy="9480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607254" y="4398744"/>
            <a:ext cx="1265781" cy="94740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11" name="Straight Arrow Connector 110"/>
          <p:cNvCxnSpPr>
            <a:endCxn id="89" idx="0"/>
          </p:cNvCxnSpPr>
          <p:nvPr/>
        </p:nvCxnSpPr>
        <p:spPr bwMode="auto">
          <a:xfrm>
            <a:off x="1207090" y="1658534"/>
            <a:ext cx="767112" cy="77518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>
            <a:endCxn id="90" idx="1"/>
          </p:cNvCxnSpPr>
          <p:nvPr/>
        </p:nvCxnSpPr>
        <p:spPr bwMode="auto">
          <a:xfrm>
            <a:off x="3626911" y="1765381"/>
            <a:ext cx="1083391" cy="1298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3" name="Picture 2">
            <a:hlinkClick r:id="rId2" action="ppaction://hlinkfile" tooltip="DTS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840" y="4219993"/>
            <a:ext cx="607178" cy="607178"/>
          </a:xfrm>
          <a:prstGeom prst="rect">
            <a:avLst/>
          </a:prstGeom>
        </p:spPr>
      </p:pic>
      <p:pic>
        <p:nvPicPr>
          <p:cNvPr id="92" name="Picture 91">
            <a:hlinkClick r:id="rId2" action="ppaction://hlinkfile" tooltip="DTS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1432" y="4824146"/>
            <a:ext cx="607178" cy="607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8946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92020" y="233609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6875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723140" y="1912290"/>
            <a:ext cx="38272" cy="20525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687283" y="2517022"/>
            <a:ext cx="903651" cy="96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19963" y="297367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359070" y="1998189"/>
            <a:ext cx="887678" cy="1031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339276" y="2513867"/>
            <a:ext cx="88767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86105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84523" y="3728397"/>
            <a:ext cx="390062" cy="153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71547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55832" y="3731504"/>
            <a:ext cx="362597" cy="136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249374"/>
            <a:ext cx="65616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>
            <a:off x="2711205" y="3249374"/>
            <a:ext cx="63337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249374"/>
            <a:ext cx="527432" cy="1597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38" name="Straight Arrow Connector 137"/>
          <p:cNvCxnSpPr>
            <a:endCxn id="89" idx="0"/>
          </p:cNvCxnSpPr>
          <p:nvPr/>
        </p:nvCxnSpPr>
        <p:spPr bwMode="auto">
          <a:xfrm>
            <a:off x="1203133" y="1769504"/>
            <a:ext cx="512863" cy="56659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>
            <a:endCxn id="90" idx="1"/>
          </p:cNvCxnSpPr>
          <p:nvPr/>
        </p:nvCxnSpPr>
        <p:spPr bwMode="auto">
          <a:xfrm flipV="1">
            <a:off x="3742562" y="1778361"/>
            <a:ext cx="967740" cy="57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2404118" y="279279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2940402" y="1948863"/>
            <a:ext cx="731627" cy="9562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 flipV="1">
            <a:off x="1222869" y="3084466"/>
            <a:ext cx="1181249" cy="4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3252069" y="3084466"/>
            <a:ext cx="1474012" cy="91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5400000" flipH="1" flipV="1">
            <a:off x="1761849" y="4188615"/>
            <a:ext cx="1878727" cy="25376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2998305" y="413879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2150354" y="525486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1775436" cy="1842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87" name="Straight Arrow Connector 86"/>
          <p:cNvCxnSpPr>
            <a:stCxn id="65" idx="3"/>
            <a:endCxn id="76" idx="1"/>
          </p:cNvCxnSpPr>
          <p:nvPr/>
        </p:nvCxnSpPr>
        <p:spPr bwMode="auto">
          <a:xfrm flipV="1">
            <a:off x="3846256" y="4412038"/>
            <a:ext cx="879825" cy="1842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endCxn id="68" idx="1"/>
          </p:cNvCxnSpPr>
          <p:nvPr/>
        </p:nvCxnSpPr>
        <p:spPr bwMode="auto">
          <a:xfrm>
            <a:off x="924419" y="4695303"/>
            <a:ext cx="1225935" cy="85122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7339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46630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265262" y="299985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endCxn id="76" idx="0"/>
          </p:cNvCxnSpPr>
          <p:nvPr/>
        </p:nvCxnSpPr>
        <p:spPr bwMode="auto">
          <a:xfrm>
            <a:off x="1044467" y="2221333"/>
            <a:ext cx="644771" cy="77852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endCxn id="62" idx="1"/>
          </p:cNvCxnSpPr>
          <p:nvPr/>
        </p:nvCxnSpPr>
        <p:spPr bwMode="auto">
          <a:xfrm>
            <a:off x="3521344" y="1896504"/>
            <a:ext cx="1188958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7534" y="3987288"/>
            <a:ext cx="507113" cy="609600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9243" y="3363859"/>
            <a:ext cx="507113" cy="609600"/>
          </a:xfrm>
          <a:prstGeom prst="rect">
            <a:avLst/>
          </a:prstGeom>
        </p:spPr>
      </p:pic>
      <p:pic>
        <p:nvPicPr>
          <p:cNvPr id="64" name="Picture 63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5099" y="3346798"/>
            <a:ext cx="507113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4582" y="2396472"/>
            <a:ext cx="609600" cy="609600"/>
          </a:xfrm>
          <a:prstGeom prst="rect">
            <a:avLst/>
          </a:prstGeom>
        </p:spPr>
      </p:pic>
      <p:pic>
        <p:nvPicPr>
          <p:cNvPr id="49" name="Picture 4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5308" y="2502486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201540" y="938711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9149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77696" y="252902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7078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323177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4365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8896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2316" y="4531863"/>
            <a:ext cx="64658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38887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 flipV="1">
            <a:off x="2696847" y="4529450"/>
            <a:ext cx="642040" cy="241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51660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4186838" y="4529450"/>
            <a:ext cx="56482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667976" y="2146060"/>
            <a:ext cx="134276" cy="20668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567339" y="2636967"/>
            <a:ext cx="1176612" cy="4273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324664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53036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224753" y="2132506"/>
            <a:ext cx="1176613" cy="10516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202243" y="2650900"/>
            <a:ext cx="116174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68183" y="4025265"/>
            <a:ext cx="425088" cy="47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74942" y="4027907"/>
            <a:ext cx="410219" cy="1435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61806" y="4031033"/>
            <a:ext cx="407807" cy="569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72421" y="4033191"/>
            <a:ext cx="407807" cy="13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523440"/>
            <a:ext cx="656165" cy="1486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205" y="3538308"/>
            <a:ext cx="63337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538308"/>
            <a:ext cx="56050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87659" y="5282285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636197" y="3965675"/>
            <a:ext cx="504409" cy="22201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383462" y="4712941"/>
            <a:ext cx="504409" cy="7255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127250" y="4692327"/>
            <a:ext cx="506822" cy="7644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833637" y="3985940"/>
            <a:ext cx="506822" cy="21771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44" name="Straight Arrow Connector 143"/>
          <p:cNvCxnSpPr>
            <a:endCxn id="90" idx="1"/>
          </p:cNvCxnSpPr>
          <p:nvPr/>
        </p:nvCxnSpPr>
        <p:spPr bwMode="auto">
          <a:xfrm flipV="1">
            <a:off x="3751573" y="1778361"/>
            <a:ext cx="958729" cy="1805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46" name="Straight Arrow Connector 145"/>
          <p:cNvCxnSpPr>
            <a:endCxn id="89" idx="0"/>
          </p:cNvCxnSpPr>
          <p:nvPr/>
        </p:nvCxnSpPr>
        <p:spPr bwMode="auto">
          <a:xfrm>
            <a:off x="1214355" y="1778360"/>
            <a:ext cx="487317" cy="75066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2766222" y="137775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880460" y="278091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1559132" cy="180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  <p:cxnSp>
        <p:nvCxnSpPr>
          <p:cNvPr id="119" name="Straight Arrow Connector 118"/>
          <p:cNvCxnSpPr>
            <a:endCxn id="77" idx="1"/>
          </p:cNvCxnSpPr>
          <p:nvPr/>
        </p:nvCxnSpPr>
        <p:spPr bwMode="auto">
          <a:xfrm>
            <a:off x="359139" y="1936677"/>
            <a:ext cx="521321" cy="11359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endCxn id="78" idx="1"/>
          </p:cNvCxnSpPr>
          <p:nvPr/>
        </p:nvCxnSpPr>
        <p:spPr bwMode="auto">
          <a:xfrm>
            <a:off x="3615013" y="1642504"/>
            <a:ext cx="1095289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13672" y="133337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38429" y="18437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1733582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88" name="Straight Arrow Connector 87"/>
          <p:cNvCxnSpPr>
            <a:stCxn id="60" idx="3"/>
            <a:endCxn id="62" idx="1"/>
          </p:cNvCxnSpPr>
          <p:nvPr/>
        </p:nvCxnSpPr>
        <p:spPr bwMode="auto">
          <a:xfrm flipV="1">
            <a:off x="3661623" y="1622023"/>
            <a:ext cx="921679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6" name="Straight Arrow Connector 115"/>
          <p:cNvCxnSpPr>
            <a:stCxn id="58" idx="3"/>
            <a:endCxn id="61" idx="1"/>
          </p:cNvCxnSpPr>
          <p:nvPr/>
        </p:nvCxnSpPr>
        <p:spPr bwMode="auto">
          <a:xfrm>
            <a:off x="1080090" y="1622023"/>
            <a:ext cx="758339" cy="5133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7" name="Elbow Connector 116"/>
          <p:cNvCxnSpPr/>
          <p:nvPr/>
        </p:nvCxnSpPr>
        <p:spPr bwMode="auto">
          <a:xfrm>
            <a:off x="2711423" y="2159086"/>
            <a:ext cx="1839106" cy="64533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8" name="Elbow Connector 117"/>
          <p:cNvCxnSpPr>
            <a:stCxn id="61" idx="2"/>
          </p:cNvCxnSpPr>
          <p:nvPr/>
        </p:nvCxnSpPr>
        <p:spPr bwMode="auto">
          <a:xfrm rot="16200000" flipH="1">
            <a:off x="1992200" y="2697257"/>
            <a:ext cx="1532364" cy="99195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9" name="Elbow Connector 118"/>
          <p:cNvCxnSpPr/>
          <p:nvPr/>
        </p:nvCxnSpPr>
        <p:spPr bwMode="auto">
          <a:xfrm rot="5400000">
            <a:off x="663849" y="3753532"/>
            <a:ext cx="2752407" cy="12168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pic>
        <p:nvPicPr>
          <p:cNvPr id="4" name="Picture 3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6973" y="2026079"/>
            <a:ext cx="486672" cy="486672"/>
          </a:xfrm>
          <a:prstGeom prst="rect">
            <a:avLst/>
          </a:prstGeom>
        </p:spPr>
      </p:pic>
      <p:pic>
        <p:nvPicPr>
          <p:cNvPr id="120" name="Picture 119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1302" y="2240598"/>
            <a:ext cx="486672" cy="486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61083" y="16007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634755" y="33499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892385"/>
            <a:ext cx="1653993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endCxn id="61" idx="0"/>
          </p:cNvCxnSpPr>
          <p:nvPr/>
        </p:nvCxnSpPr>
        <p:spPr bwMode="auto">
          <a:xfrm>
            <a:off x="634755" y="2190677"/>
            <a:ext cx="423976" cy="11592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709034" y="1892385"/>
            <a:ext cx="1001268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55508" y="352624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61176" y="2702361"/>
            <a:ext cx="1342193" cy="30557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3"/>
            <a:endCxn id="50" idx="0"/>
          </p:cNvCxnSpPr>
          <p:nvPr/>
        </p:nvCxnSpPr>
        <p:spPr bwMode="auto">
          <a:xfrm flipV="1">
            <a:off x="1482706" y="3526245"/>
            <a:ext cx="1496778" cy="115353"/>
          </a:xfrm>
          <a:prstGeom prst="bentConnector4">
            <a:avLst>
              <a:gd name="adj1" fmla="val 35837"/>
              <a:gd name="adj2" fmla="val 45102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pic>
        <p:nvPicPr>
          <p:cNvPr id="2" name="Picture 1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2366" y="2458867"/>
            <a:ext cx="609600" cy="609600"/>
          </a:xfrm>
          <a:prstGeom prst="rect">
            <a:avLst/>
          </a:prstGeom>
        </p:spPr>
      </p:pic>
      <p:pic>
        <p:nvPicPr>
          <p:cNvPr id="56" name="Picture 55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3675" y="248449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pic>
        <p:nvPicPr>
          <p:cNvPr id="2" name="Picture 1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5377" y="2568799"/>
            <a:ext cx="473402" cy="549559"/>
          </a:xfrm>
          <a:prstGeom prst="rect">
            <a:avLst/>
          </a:prstGeom>
        </p:spPr>
      </p:pic>
      <p:pic>
        <p:nvPicPr>
          <p:cNvPr id="35" name="Picture 34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9484" y="2626008"/>
            <a:ext cx="473402" cy="549559"/>
          </a:xfrm>
          <a:prstGeom prst="rect">
            <a:avLst/>
          </a:prstGeom>
        </p:spPr>
      </p:pic>
      <p:pic>
        <p:nvPicPr>
          <p:cNvPr id="36" name="Picture 35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9484" y="4048961"/>
            <a:ext cx="473402" cy="549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grpSp>
        <p:nvGrpSpPr>
          <p:cNvPr id="4" name="Group 3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5" name="Rectangle 4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6" name="Rectangle 5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7" name="Rectangle 6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" name="Rectangle 10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3" name="Straight Arrow Connector 12"/>
          <p:cNvCxnSpPr>
            <a:stCxn id="7" idx="3"/>
            <a:endCxn id="8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4" name="Straight Arrow Connector 13"/>
          <p:cNvCxnSpPr>
            <a:stCxn id="8" idx="3"/>
            <a:endCxn id="9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9" idx="3"/>
            <a:endCxn id="10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6" name="Straight Arrow Connector 15"/>
          <p:cNvCxnSpPr>
            <a:stCxn id="11" idx="3"/>
            <a:endCxn id="12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7" name="Rectangle 16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9" name="Rectangle 18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20" name="Elbow Connector 19"/>
          <p:cNvCxnSpPr>
            <a:stCxn id="10" idx="2"/>
            <a:endCxn id="19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21" name="Rectangle 20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22" name="Rectangle 21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23" name="Rectangle 22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24" name="Rectangle 23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25" name="Straight Arrow Connector 24"/>
          <p:cNvCxnSpPr>
            <a:stCxn id="21" idx="3"/>
            <a:endCxn id="22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6" name="Straight Arrow Connector 25"/>
          <p:cNvCxnSpPr>
            <a:stCxn id="21" idx="3"/>
            <a:endCxn id="23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7" name="Straight Arrow Connector 26"/>
          <p:cNvCxnSpPr>
            <a:stCxn id="22" idx="3"/>
            <a:endCxn id="24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8" name="Elbow Connector 27"/>
          <p:cNvCxnSpPr>
            <a:stCxn id="24" idx="2"/>
            <a:endCxn id="17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31" name="Elbow Connector 30"/>
          <p:cNvCxnSpPr>
            <a:stCxn id="11" idx="2"/>
            <a:endCxn id="18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32" name="Elbow Connector 31"/>
          <p:cNvCxnSpPr>
            <a:stCxn id="12" idx="2"/>
            <a:endCxn id="18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33" name="Elbow Connector 32"/>
          <p:cNvCxnSpPr>
            <a:stCxn id="9" idx="2"/>
            <a:endCxn id="18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34" name="TextBox 33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8" name="Flowchart: Document 37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Flowchart: Document 38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0" name="Flowchart: Document 39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pic>
        <p:nvPicPr>
          <p:cNvPr id="44" name="Content Placeholder 43">
            <a:hlinkClick r:id="rId2" action="ppaction://hlinkfile" tooltip="Flat file integration"/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6153" y="2425225"/>
            <a:ext cx="609600" cy="609600"/>
          </a:xfrm>
        </p:spPr>
      </p:pic>
      <p:pic>
        <p:nvPicPr>
          <p:cNvPr id="45" name="Content Placeholder 43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263678" y="2499142"/>
            <a:ext cx="6096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6655" y="2488693"/>
            <a:ext cx="609600" cy="609600"/>
          </a:xfrm>
          <a:prstGeom prst="rect">
            <a:avLst/>
          </a:prstGeom>
        </p:spPr>
      </p:pic>
      <p:pic>
        <p:nvPicPr>
          <p:cNvPr id="50" name="Picture 4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4249" y="2484368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4040</TotalTime>
  <Words>2998</Words>
  <Application>Microsoft Office PowerPoint</Application>
  <PresentationFormat>Widescreen</PresentationFormat>
  <Paragraphs>1507</Paragraphs>
  <Slides>32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2" baseType="lpstr">
      <vt:lpstr>Arial</vt:lpstr>
      <vt:lpstr>Calibri</vt:lpstr>
      <vt:lpstr>Wingdings 2</vt:lpstr>
      <vt:lpstr>2_Syngenta Landscape 2007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think-cell Slide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Duzi Alex (ext) BRIF</cp:lastModifiedBy>
  <cp:revision>334</cp:revision>
  <dcterms:created xsi:type="dcterms:W3CDTF">2016-08-24T14:53:31Z</dcterms:created>
  <dcterms:modified xsi:type="dcterms:W3CDTF">2016-11-10T19:25:02Z</dcterms:modified>
</cp:coreProperties>
</file>