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132" autoAdjust="0"/>
    <p:restoredTop sz="94434" autoAdjust="0"/>
  </p:normalViewPr>
  <p:slideViewPr>
    <p:cSldViewPr snapToGrid="0">
      <p:cViewPr varScale="1">
        <p:scale>
          <a:sx n="74" d="100"/>
          <a:sy n="74" d="100"/>
        </p:scale>
        <p:origin x="6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11/9/2016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16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2159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2159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1827321" y="2899542"/>
            <a:ext cx="1744981" cy="8479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5400000">
            <a:off x="2573682" y="3001133"/>
            <a:ext cx="1744981" cy="644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33611252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6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4364728"/>
              </p:ext>
            </p:extLst>
          </p:nvPr>
        </p:nvGraphicFramePr>
        <p:xfrm>
          <a:off x="2462590" y="344857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7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62590" y="344857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94431792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8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72888708"/>
              </p:ext>
            </p:extLst>
          </p:nvPr>
        </p:nvGraphicFramePr>
        <p:xfrm>
          <a:off x="10583183" y="3674771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29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3183" y="3674771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561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2582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5303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10533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8024" y="24951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3254" y="2786850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745" y="248369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 flipV="1">
            <a:off x="4195975" y="2775358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889008" y="3312296"/>
            <a:ext cx="493985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572259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2064980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557701" y="2280883"/>
            <a:ext cx="425154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929168" y="2275137"/>
            <a:ext cx="413662" cy="34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61896" y="334720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3852678"/>
            <a:ext cx="2472984" cy="9006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62251044"/>
              </p:ext>
            </p:extLst>
          </p:nvPr>
        </p:nvGraphicFramePr>
        <p:xfrm>
          <a:off x="1569299" y="396466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6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69299" y="396466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22509685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7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>
            <a:hlinkClick r:id="rId2" action="ppaction://hlinkfile" tooltip="Web service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>
            <a:hlinkClick r:id="rId2" action="ppaction://hlinkfile" tooltip="Web service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089050" y="2749535"/>
            <a:ext cx="1359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5400000">
            <a:off x="3279550" y="2559035"/>
            <a:ext cx="978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78143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5400000">
            <a:off x="3412857" y="2425728"/>
            <a:ext cx="7114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784490" y="2419816"/>
            <a:ext cx="711400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684" y="278143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78142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22126" y="278142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16200000" flipH="1">
            <a:off x="1926047" y="2419817"/>
            <a:ext cx="711402" cy="118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427414" y="2425729"/>
            <a:ext cx="711403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497968" y="3645957"/>
            <a:ext cx="566337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1996600" y="3640044"/>
            <a:ext cx="56633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483409" y="3645956"/>
            <a:ext cx="566339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860787" y="3634297"/>
            <a:ext cx="554848" cy="157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 flipV="1">
            <a:off x="1207089" y="3073098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635" y="3073097"/>
            <a:ext cx="6329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 flipV="1">
            <a:off x="4192531" y="3073096"/>
            <a:ext cx="529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1851860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3344581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76" idx="3"/>
            <a:endCxn id="77" idx="1"/>
          </p:cNvCxnSpPr>
          <p:nvPr/>
        </p:nvCxnSpPr>
        <p:spPr bwMode="auto">
          <a:xfrm>
            <a:off x="2699811" y="1651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77" idx="3"/>
            <a:endCxn id="78" idx="1"/>
          </p:cNvCxnSpPr>
          <p:nvPr/>
        </p:nvCxnSpPr>
        <p:spPr bwMode="auto">
          <a:xfrm>
            <a:off x="4192532" y="1651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724860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217581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572811" y="162202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065532" y="162202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33445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60" idx="3"/>
            <a:endCxn id="61" idx="1"/>
          </p:cNvCxnSpPr>
          <p:nvPr/>
        </p:nvCxnSpPr>
        <p:spPr bwMode="auto">
          <a:xfrm>
            <a:off x="2699811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1" idx="3"/>
            <a:endCxn id="62" idx="1"/>
          </p:cNvCxnSpPr>
          <p:nvPr/>
        </p:nvCxnSpPr>
        <p:spPr bwMode="auto">
          <a:xfrm>
            <a:off x="4192532" y="1905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46014" y="33334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16200000" flipH="1">
            <a:off x="2054709" y="2418155"/>
            <a:ext cx="1136409" cy="6941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endCxn id="50" idx="0"/>
          </p:cNvCxnSpPr>
          <p:nvPr/>
        </p:nvCxnSpPr>
        <p:spPr bwMode="auto">
          <a:xfrm rot="5400000">
            <a:off x="2864767" y="2295901"/>
            <a:ext cx="1142759" cy="93231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3519</TotalTime>
  <Words>2960</Words>
  <Application>Microsoft Office PowerPoint</Application>
  <PresentationFormat>Widescreen</PresentationFormat>
  <Paragraphs>1495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294</cp:revision>
  <dcterms:created xsi:type="dcterms:W3CDTF">2016-08-24T14:53:31Z</dcterms:created>
  <dcterms:modified xsi:type="dcterms:W3CDTF">2016-11-09T17:18:57Z</dcterms:modified>
</cp:coreProperties>
</file>