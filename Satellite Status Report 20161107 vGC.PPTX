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  <p:sldId id="302" r:id="rId34"/>
    <p:sldId id="30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56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9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Test%20Enviroment%20Plan%20V3_light_version.xlsx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684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54225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12652" y="30229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cxnSp>
        <p:nvCxnSpPr>
          <p:cNvPr id="122" name="Elbow Connector 121"/>
          <p:cNvCxnSpPr>
            <a:stCxn id="8" idx="2"/>
            <a:endCxn id="39" idx="0"/>
          </p:cNvCxnSpPr>
          <p:nvPr/>
        </p:nvCxnSpPr>
        <p:spPr bwMode="auto">
          <a:xfrm rot="16200000" flipH="1">
            <a:off x="7987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733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0"/>
          </p:cNvCxnSpPr>
          <p:nvPr/>
        </p:nvCxnSpPr>
        <p:spPr bwMode="auto">
          <a:xfrm rot="5400000">
            <a:off x="9135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3" name="Flowchart: Document 132">
            <a:hlinkClick r:id="rId2" action="ppaction://hlinkfile"/>
          </p:cNvPr>
          <p:cNvSpPr/>
          <p:nvPr/>
        </p:nvSpPr>
        <p:spPr bwMode="auto">
          <a:xfrm>
            <a:off x="4766141" y="30739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4" name="Flowchart: Document 133"/>
          <p:cNvSpPr/>
          <p:nvPr/>
        </p:nvSpPr>
        <p:spPr bwMode="auto">
          <a:xfrm>
            <a:off x="9164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5" name="Flowchart: Document 134"/>
          <p:cNvSpPr/>
          <p:nvPr/>
        </p:nvSpPr>
        <p:spPr bwMode="auto">
          <a:xfrm>
            <a:off x="10832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6652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88829" y="4135794"/>
            <a:ext cx="497248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1030433" y="4152513"/>
            <a:ext cx="46381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46" name="Flowchart: Document 45"/>
          <p:cNvSpPr/>
          <p:nvPr/>
        </p:nvSpPr>
        <p:spPr bwMode="auto">
          <a:xfrm>
            <a:off x="4710302" y="4165706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Flowchart: Document 46"/>
          <p:cNvSpPr/>
          <p:nvPr/>
        </p:nvSpPr>
        <p:spPr bwMode="auto">
          <a:xfrm>
            <a:off x="11422590" y="415158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8" name="Elbow Connector 47"/>
          <p:cNvCxnSpPr>
            <a:stCxn id="145" idx="0"/>
            <a:endCxn id="39" idx="2"/>
          </p:cNvCxnSpPr>
          <p:nvPr/>
        </p:nvCxnSpPr>
        <p:spPr bwMode="auto">
          <a:xfrm rot="16200000" flipV="1">
            <a:off x="10164892" y="3286972"/>
            <a:ext cx="463810" cy="17374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8865" y="3925581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2003 server</a:t>
            </a:r>
            <a:endParaRPr lang="pt-BR" sz="900" dirty="0"/>
          </a:p>
        </p:txBody>
      </p:sp>
      <p:sp>
        <p:nvSpPr>
          <p:cNvPr id="52" name="Rectangle 51"/>
          <p:cNvSpPr/>
          <p:nvPr/>
        </p:nvSpPr>
        <p:spPr>
          <a:xfrm>
            <a:off x="8726105" y="3949878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395172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585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1772059" y="42418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9546" y="424052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0687" y="338806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sp>
        <p:nvSpPr>
          <p:cNvPr id="81" name="Flowchart: Document 80"/>
          <p:cNvSpPr/>
          <p:nvPr/>
        </p:nvSpPr>
        <p:spPr bwMode="auto">
          <a:xfrm>
            <a:off x="5238718" y="410525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38111" y="405459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>
            <a:hlinkClick r:id="rId3" action="ppaction://hlinkfile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9020356"/>
              </p:ext>
            </p:extLst>
          </p:nvPr>
        </p:nvGraphicFramePr>
        <p:xfrm>
          <a:off x="384011" y="308643"/>
          <a:ext cx="1225164" cy="10337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4011" y="308643"/>
                        <a:ext cx="1225164" cy="103373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5566128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2582123"/>
              </p:ext>
            </p:extLst>
          </p:nvPr>
        </p:nvGraphicFramePr>
        <p:xfrm>
          <a:off x="1153551" y="950066"/>
          <a:ext cx="9271358" cy="24294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3" name="Worksheet" r:id="rId3" imgW="12363562" imgH="1352637" progId="Excel.Sheet.12">
                  <p:embed/>
                </p:oleObj>
              </mc:Choice>
              <mc:Fallback>
                <p:oleObj name="Worksheet" r:id="rId3" imgW="12363562" imgH="135263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53551" y="950066"/>
                        <a:ext cx="9271358" cy="24294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3063213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3441</TotalTime>
  <Words>2973</Words>
  <Application>Microsoft Office PowerPoint</Application>
  <PresentationFormat>Widescreen</PresentationFormat>
  <Paragraphs>1503</Paragraphs>
  <Slides>34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think-cell Slide</vt:lpstr>
      <vt:lpstr>Microsoft Excel Worksheet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  <vt:lpstr>PowerPoint Presentation</vt:lpstr>
      <vt:lpstr>PowerPoint Presentation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288</cp:revision>
  <dcterms:created xsi:type="dcterms:W3CDTF">2016-08-24T14:53:31Z</dcterms:created>
  <dcterms:modified xsi:type="dcterms:W3CDTF">2016-11-09T15:48:35Z</dcterms:modified>
</cp:coreProperties>
</file>