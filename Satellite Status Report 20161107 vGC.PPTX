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6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  <p:sldId id="302" r:id="rId34"/>
    <p:sldId id="303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56" autoAdjust="0"/>
    <p:restoredTop sz="94434" autoAdjust="0"/>
  </p:normalViewPr>
  <p:slideViewPr>
    <p:cSldViewPr snapToGrid="0">
      <p:cViewPr varScale="1">
        <p:scale>
          <a:sx n="72" d="100"/>
          <a:sy n="72" d="100"/>
        </p:scale>
        <p:origin x="6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9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11/9/2016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8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Test%20Enviroment%20Plan%20V3_light_version.xlsx#'Syngenta Environment'!A6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8.wmf"/><Relationship Id="rId4" Type="http://schemas.openxmlformats.org/officeDocument/2006/relationships/oleObject" Target="file:///C:\Users\luciano.daher\Desktop\Syngenta\compart\syngenta-appmap\Test%20Enviroment%20Plan%20V3_light_version.xlsx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9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8215463" y="381696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3" y="389252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408237" y="3041600"/>
            <a:ext cx="1701848" cy="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69742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41346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16200000" flipH="1">
            <a:off x="4572847" y="2745579"/>
            <a:ext cx="1109982" cy="12879"/>
          </a:xfrm>
          <a:prstGeom prst="bentConnector3">
            <a:avLst>
              <a:gd name="adj1" fmla="val 59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81575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22" name="Elbow Connector 121"/>
          <p:cNvCxnSpPr>
            <a:stCxn id="8" idx="2"/>
            <a:endCxn id="39" idx="1"/>
          </p:cNvCxnSpPr>
          <p:nvPr/>
        </p:nvCxnSpPr>
        <p:spPr bwMode="auto">
          <a:xfrm rot="16200000" flipH="1">
            <a:off x="6946654" y="2839826"/>
            <a:ext cx="1461975" cy="107564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050837" y="3228365"/>
            <a:ext cx="1170307" cy="689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3"/>
          </p:cNvCxnSpPr>
          <p:nvPr/>
        </p:nvCxnSpPr>
        <p:spPr bwMode="auto">
          <a:xfrm rot="5400000">
            <a:off x="8519449" y="2734643"/>
            <a:ext cx="1917958" cy="83002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4" name="Flowchart: Document 133"/>
          <p:cNvSpPr/>
          <p:nvPr/>
        </p:nvSpPr>
        <p:spPr bwMode="auto">
          <a:xfrm>
            <a:off x="8252412" y="353331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5" name="Flowchart: Document 134"/>
          <p:cNvSpPr/>
          <p:nvPr/>
        </p:nvSpPr>
        <p:spPr bwMode="auto">
          <a:xfrm>
            <a:off x="10858174" y="353331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6652" y="438759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88829" y="4135794"/>
            <a:ext cx="497248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540502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0797753" y="4937267"/>
            <a:ext cx="929166" cy="6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46" name="Flowchart: Document 45"/>
          <p:cNvSpPr/>
          <p:nvPr/>
        </p:nvSpPr>
        <p:spPr bwMode="auto">
          <a:xfrm>
            <a:off x="4710302" y="4165706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7" name="Flowchart: Document 46"/>
          <p:cNvSpPr/>
          <p:nvPr/>
        </p:nvSpPr>
        <p:spPr bwMode="auto">
          <a:xfrm>
            <a:off x="11422590" y="474401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48" name="Elbow Connector 47"/>
          <p:cNvCxnSpPr>
            <a:stCxn id="145" idx="1"/>
            <a:endCxn id="39" idx="2"/>
          </p:cNvCxnSpPr>
          <p:nvPr/>
        </p:nvCxnSpPr>
        <p:spPr bwMode="auto">
          <a:xfrm rot="10800000">
            <a:off x="8639439" y="4400303"/>
            <a:ext cx="2202098" cy="129639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8865" y="3925581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2003 server</a:t>
            </a:r>
            <a:endParaRPr lang="pt-BR" sz="900" dirty="0"/>
          </a:p>
        </p:txBody>
      </p:sp>
      <p:sp>
        <p:nvSpPr>
          <p:cNvPr id="52" name="Rectangle 51"/>
          <p:cNvSpPr/>
          <p:nvPr/>
        </p:nvSpPr>
        <p:spPr>
          <a:xfrm>
            <a:off x="7372419" y="448157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454415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13" name="Picture 12">
            <a:hlinkClick r:id="rId2" action="ppaction://hlinkfile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171" y="2555336"/>
            <a:ext cx="427958" cy="42795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2159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2699811" y="4196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88" idx="2"/>
            <a:endCxn id="110" idx="0"/>
          </p:cNvCxnSpPr>
          <p:nvPr/>
        </p:nvCxnSpPr>
        <p:spPr bwMode="auto">
          <a:xfrm rot="16200000" flipH="1">
            <a:off x="1827321" y="2899542"/>
            <a:ext cx="1744981" cy="8479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Elbow Connector 113"/>
          <p:cNvCxnSpPr>
            <a:stCxn id="89" idx="2"/>
            <a:endCxn id="110" idx="0"/>
          </p:cNvCxnSpPr>
          <p:nvPr/>
        </p:nvCxnSpPr>
        <p:spPr bwMode="auto">
          <a:xfrm rot="5400000">
            <a:off x="2573682" y="3001133"/>
            <a:ext cx="1744981" cy="644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585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561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2582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5303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10533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3348024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3254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745" y="248369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 flipV="1">
            <a:off x="4195975" y="2775358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889008" y="3312296"/>
            <a:ext cx="493985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572259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16200000" flipH="1">
            <a:off x="2064980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>
            <a:stCxn id="89" idx="2"/>
            <a:endCxn id="65" idx="0"/>
          </p:cNvCxnSpPr>
          <p:nvPr/>
        </p:nvCxnSpPr>
        <p:spPr bwMode="auto">
          <a:xfrm rot="16200000" flipH="1">
            <a:off x="3557701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929168" y="2275137"/>
            <a:ext cx="413662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881327" y="21299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61896" y="334720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89189" y="33612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5782" y="334417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3852678"/>
            <a:ext cx="2472984" cy="9006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7" name="TextBox 106"/>
          <p:cNvSpPr txBox="1"/>
          <p:nvPr/>
        </p:nvSpPr>
        <p:spPr>
          <a:xfrm>
            <a:off x="1772059" y="424180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869546" y="424052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70687" y="338806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 and FTP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sp>
        <p:nvSpPr>
          <p:cNvPr id="81" name="Flowchart: Document 80"/>
          <p:cNvSpPr/>
          <p:nvPr/>
        </p:nvSpPr>
        <p:spPr bwMode="auto">
          <a:xfrm>
            <a:off x="5238718" y="410525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38111" y="405459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 and FTP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089050" y="2749535"/>
            <a:ext cx="1359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2" name="Rectangle 61"/>
          <p:cNvSpPr/>
          <p:nvPr/>
        </p:nvSpPr>
        <p:spPr bwMode="auto">
          <a:xfrm>
            <a:off x="6330617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3" name="Rectangle 62"/>
          <p:cNvSpPr/>
          <p:nvPr/>
        </p:nvSpPr>
        <p:spPr bwMode="auto">
          <a:xfrm>
            <a:off x="7823338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9316059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10681780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2" idx="3"/>
            <a:endCxn id="63" idx="1"/>
          </p:cNvCxnSpPr>
          <p:nvPr/>
        </p:nvCxnSpPr>
        <p:spPr bwMode="auto">
          <a:xfrm>
            <a:off x="7178568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3" idx="3"/>
            <a:endCxn id="65" idx="1"/>
          </p:cNvCxnSpPr>
          <p:nvPr/>
        </p:nvCxnSpPr>
        <p:spPr bwMode="auto">
          <a:xfrm>
            <a:off x="8671289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Straight Arrow Connector 70"/>
          <p:cNvCxnSpPr>
            <a:stCxn id="65" idx="3"/>
            <a:endCxn id="66" idx="1"/>
          </p:cNvCxnSpPr>
          <p:nvPr/>
        </p:nvCxnSpPr>
        <p:spPr bwMode="auto">
          <a:xfrm>
            <a:off x="10164010" y="1785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759072" y="2944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392526" y="2943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3444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736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279550" y="2559035"/>
            <a:ext cx="978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00" name="Rectangle 99"/>
          <p:cNvSpPr/>
          <p:nvPr/>
        </p:nvSpPr>
        <p:spPr bwMode="auto">
          <a:xfrm>
            <a:off x="6203617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01" name="Rectangle 100"/>
          <p:cNvSpPr/>
          <p:nvPr/>
        </p:nvSpPr>
        <p:spPr bwMode="auto">
          <a:xfrm>
            <a:off x="7696338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189059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10554780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5" name="Straight Arrow Connector 104"/>
          <p:cNvCxnSpPr>
            <a:stCxn id="100" idx="3"/>
            <a:endCxn id="101" idx="1"/>
          </p:cNvCxnSpPr>
          <p:nvPr/>
        </p:nvCxnSpPr>
        <p:spPr bwMode="auto">
          <a:xfrm>
            <a:off x="7051568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Straight Arrow Connector 105"/>
          <p:cNvCxnSpPr>
            <a:stCxn id="101" idx="3"/>
            <a:endCxn id="103" idx="1"/>
          </p:cNvCxnSpPr>
          <p:nvPr/>
        </p:nvCxnSpPr>
        <p:spPr bwMode="auto">
          <a:xfrm>
            <a:off x="8544289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4" idx="1"/>
          </p:cNvCxnSpPr>
          <p:nvPr/>
        </p:nvCxnSpPr>
        <p:spPr bwMode="auto">
          <a:xfrm>
            <a:off x="10037010" y="1658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357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632072" y="2817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602500" y="2902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863067" y="2416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265526" y="2816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0818" y="331786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07437" y="33128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>
            <a:off x="7155388" y="3604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88769" y="3609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7918076" y="2709566"/>
            <a:ext cx="1609109" cy="39824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293938" y="2333704"/>
            <a:ext cx="858075" cy="39831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813112" y="3852879"/>
            <a:ext cx="853108" cy="9497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437250" y="4228741"/>
            <a:ext cx="1604142" cy="94905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08" name="Straight Arrow Connector 107"/>
          <p:cNvCxnSpPr/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Straight Arrow Connector 108"/>
          <p:cNvCxnSpPr/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Straight Arrow Connector 109"/>
          <p:cNvCxnSpPr/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3360359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3416418" y="2429089"/>
            <a:ext cx="73583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22869" y="3088675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208310" y="3088675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16200000" flipV="1">
            <a:off x="3414322" y="3750355"/>
            <a:ext cx="740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1867639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3360360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65" idx="3"/>
            <a:endCxn id="68" idx="1"/>
          </p:cNvCxnSpPr>
          <p:nvPr/>
        </p:nvCxnSpPr>
        <p:spPr bwMode="auto">
          <a:xfrm>
            <a:off x="2715590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68" idx="3"/>
            <a:endCxn id="76" idx="1"/>
          </p:cNvCxnSpPr>
          <p:nvPr/>
        </p:nvCxnSpPr>
        <p:spPr bwMode="auto">
          <a:xfrm>
            <a:off x="4208311" y="4412038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4" name="Flowchart: Document 53"/>
          <p:cNvSpPr/>
          <p:nvPr/>
        </p:nvSpPr>
        <p:spPr bwMode="auto">
          <a:xfrm>
            <a:off x="5262218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1851860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3344581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76" idx="3"/>
            <a:endCxn id="77" idx="1"/>
          </p:cNvCxnSpPr>
          <p:nvPr/>
        </p:nvCxnSpPr>
        <p:spPr bwMode="auto">
          <a:xfrm>
            <a:off x="2699811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77" idx="3"/>
            <a:endCxn id="78" idx="1"/>
          </p:cNvCxnSpPr>
          <p:nvPr/>
        </p:nvCxnSpPr>
        <p:spPr bwMode="auto">
          <a:xfrm>
            <a:off x="4192532" y="1651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724860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217581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572811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065532" y="162202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46014" y="33334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16200000" flipH="1">
            <a:off x="2054709" y="2418155"/>
            <a:ext cx="1136409" cy="6941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endCxn id="50" idx="0"/>
          </p:cNvCxnSpPr>
          <p:nvPr/>
        </p:nvCxnSpPr>
        <p:spPr bwMode="auto">
          <a:xfrm rot="5400000">
            <a:off x="2864767" y="2295901"/>
            <a:ext cx="1142759" cy="93231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4762043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>
            <a:hlinkClick r:id="rId3" action="ppaction://hlinkfile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10336197"/>
              </p:ext>
            </p:extLst>
          </p:nvPr>
        </p:nvGraphicFramePr>
        <p:xfrm>
          <a:off x="384011" y="308643"/>
          <a:ext cx="1225164" cy="10337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8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4011" y="308643"/>
                        <a:ext cx="1225164" cy="103373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5566128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15695839"/>
              </p:ext>
            </p:extLst>
          </p:nvPr>
        </p:nvGraphicFramePr>
        <p:xfrm>
          <a:off x="888642" y="1442434"/>
          <a:ext cx="9271358" cy="24294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2" name="Worksheet" r:id="rId3" imgW="12363562" imgH="1352637" progId="Excel.Sheet.12">
                  <p:embed/>
                </p:oleObj>
              </mc:Choice>
              <mc:Fallback>
                <p:oleObj name="Worksheet" r:id="rId3" imgW="12363562" imgH="135263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88642" y="1442434"/>
                        <a:ext cx="9271358" cy="24294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3063213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3444</TotalTime>
  <Words>2972</Words>
  <Application>Microsoft Office PowerPoint</Application>
  <PresentationFormat>Widescreen</PresentationFormat>
  <Paragraphs>1502</Paragraphs>
  <Slides>34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Calibri</vt:lpstr>
      <vt:lpstr>Wingdings 2</vt:lpstr>
      <vt:lpstr>2_Syngenta Landscape 2007</vt:lpstr>
      <vt:lpstr>C:\Users\luciano.daher\Desktop\Syngenta\compart\syngenta-appmap\Test Enviroment Plan V3_light_version.xlsx</vt:lpstr>
      <vt:lpstr>think-cell Slide</vt:lpstr>
      <vt:lpstr>Worksheet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  <vt:lpstr>PowerPoint Presentation</vt:lpstr>
      <vt:lpstr>PowerPoint Presentation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luciano daher</cp:lastModifiedBy>
  <cp:revision>287</cp:revision>
  <dcterms:created xsi:type="dcterms:W3CDTF">2016-08-24T14:53:31Z</dcterms:created>
  <dcterms:modified xsi:type="dcterms:W3CDTF">2016-11-09T15:50:34Z</dcterms:modified>
</cp:coreProperties>
</file>